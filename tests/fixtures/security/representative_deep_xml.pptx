
<file path=[Content_Types].xml><?xml version="1.0" encoding="utf-8"?>
<Types xmlns="http://schemas.openxmlformats.org/package/2006/content-types"/>
</file>

<file path=_rels/.rels><Relationships xmlns='http://schemas.openxmlformats.org/package/2006/relationships'/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>
  <node>
    <node>
      <node>
        <node>
          <node>
            <node>
              <node>
                <node>
                  <node>
                    <node>
                      <node>
                        <node>
                          <node>
                            <node>
                              <node>
                                <node>
                                  <node>
                                    <node>
                                      <node>
                                        <node>
                                          <node>
                                            <node>
                                              <node>
                                                <node>
                                                  <node>
                                                    <node>
                                                      <node>
                                                        <node>
                                                          <node>
                                                            <node>
                                                              <node>
                                                                <node>
                                                                  <node>
                                                                    <node>
                                                                      <node>
                                                                        <node>
                                                                          <node>
                                                                            <node>
                                                                              <node>
                                                                                <node>
                                                                                  <node>
                                                                                    <node>
                                                                                      <node>
                                                                                        <node>
                                                                                          <node>
                                                                                            <node>
                                                                                              <node>
                                                                                                <node>
                                                                                                  <node>
                                                                                                    <node>
                                                                                                      <node>
                                                                                                        <node>
                                                                                                          <node>
                                                                                                            <node>
                                                                                                              <node>
                                                                                                                <node>
                                                                                                                  <node>
                                                                                                                    <node>
                                                                                                                      <node>
                                                                                                                        <node>
                                                                                                                          <node>
                                                                                                                            <node>
                                                                                                                              <node>
                                                                                                                                <node>
                                                                                                                                  <node>
                                                                                                                                    <node>
                                                                                                                                      <node>
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node>deep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  </node>
                                                                                                                                        </node>
                                                                                                                                      </node>
                                                                                                                                    </node>
                                                                                                                                  </node>
                                                                                                                                </node>
                                                                                                                              </node>
                                                                                                                            </node>
                                                                                                                          </node>
                                                                                                                        </node>
                                                                                                                      </node>
                                                                                                                    </node>
                                                                                                                  </node>
                                                                                                                </node>
                                                                                                              </node>
                                                                                                            </node>
                                                                                                          </node>
                                                                                                        </node>
                                                                                                      </node>
                                                                                                    </node>
                                                                                                  </node>
                                                                                                </node>
                                                                                              </node>
                                                                                            </node>
                                                                                          </node>
                                                                                        </node>
                                                                                      </node>
                                                                                    </node>
                                                                                  </node>
                                                                                </node>
                                                                              </node>
                                                                            </node>
                                                                          </node>
                                                                        </node>
                                                                      </node>
                                                                    </node>
                                                                  </node>
                                                                </node>
                                                              </node>
                                                            </node>
                                                          </node>
                                                        </node>
                                                      </node>
                                                    </node>
                                                  </node>
                                                </node>
                                              </node>
                                            </node>
                                          </node>
                                        </node>
                                      </node>
                                    </node>
                                  </node>
                                </node>
                              </node>
                            </node>
                          </node>
                        </node>
                      </node>
                    </node>
                  </node>
                </node>
              </node>
            </node>
          </node>
        </node>
      </node>
    </node>
  </node>
</p:sld>
</file>