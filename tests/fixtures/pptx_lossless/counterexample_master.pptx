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9" name="Master Shape"/>
          <p:cNvSpPr/>
          <p:nvPr/>
        </p:nvSpPr>
        <p:spPr>
          <a:xfrm>
            <a:off x="0" y="0"/>
            <a:ext cx="100000" cy="100000"/>
          </a:xfrm>
          <a:prstGeom prst="rect">
            <a:avLst/>
          </a:prstGeom>
        </p:spPr>
        <p:txBody>
          <a:bodyPr/>
          <a:lstStyle/>
          <a:p>
            <a:r>
              <a:t>Master template text 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