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100 USD and 50 kg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