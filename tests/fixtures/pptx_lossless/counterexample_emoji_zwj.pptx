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4"/>
  </p:sldMasterIdLst>
  <p:sldIdLst>
    <p:sldId id="256" r:id="rId1"/>
    <p:sldId id="257" r:id="rId2"/>
    <p:sldId id="258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  <Relationship Id="rId5" Type="http://schemas.openxmlformats.org/officeDocument/2006/relationships/theme" Target="theme/theme1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Notes Text"/>
          <p:cNvSpPr/>
          <p:nvPr/>
        </p:nvSpPr>
        <p:spPr>
          <a:xfrm>
            <a:off x="685800" y="685800"/>
            <a:ext cx="5486400" cy="5486400"/>
          </a:xfrm>
          <a:prstGeom prst="rect">
            <a:avLst/>
          </a:prstGeom>
        </p:spPr>
        <p:txBody>
          <a:bodyPr/>
          <a:lstStyle/>
          <a:p>
            <a:r>
              <a:t>Speaker note text here.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>
    <p:spTree>
      <p:nvGrpSpPr>
        <p:cNvPr id="1" name=""/>
        <p:cNvGrpSpPr/>
        <p:grpSp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example.com" TargetMode="External"/>
  <Relationship Id="rId3" Type="http://schemas.openxmlformats.org/officeDocument/2006/relationships/image" Target="../media/image1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Title Shape"/>
          <p:cNvSpPr>
            <a:spLocks noGrp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b="1" lang="en-US" sz="4000">
                <a:solidFill>
                  <a:srgbClr val="1F497D"/>
                </a:solidFill>
              </a:rPr>
              <a:t>Family 👨‍👩‍👦 and Technologist 👩‍💻</a:t>
            </a:r>
            <a:br/>
            <a:r>
              <a:rPr i="1" lang="en-US" sz="2400"/>
              <a:t>Subtitle Here</a:t>
            </a:r>
          </a:p>
        </p:txBody>
      </p:sp>
      <p:sp>
        <p:nvSpPr>
          <p:cNvPr id="3" name="Body Shape"/>
          <p:cNvSpPr/>
          <p:nvPr/>
        </p:nvSpPr>
        <p:spPr>
          <a:xfrm>
            <a:off x="685800" y="2000000"/>
            <a:ext cx="7772400" cy="200000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First regular body run. </a:t>
            </a:r>
            <a:r>
              <a:rPr b="1" lang="en-US" sz="1800">
                <a:hlinkClick r:id="rId2"/>
              </a:rPr>
              <a:t>Clickable Link</a:t>
            </a:r>
            <a:fld id="{D64E61CF-8526-4EDC-8A95-6E5336E2DEAE}" type="slidenum">
              <a:rPr lang="en-US"/>
              <a:t>1</a:t>
            </a:fld>
          </a:p>
        </p:txBody>
      </p:sp>
      <p:pic>
        <p:nvPicPr>
          <p:cNvPr id="4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4200000"/>
            <a:ext cx="1000000" cy="1000000"/>
          </a:xfrm>
          <a:prstGeom prst="rect">
            <a:avLst/>
          </a:prstGeom>
        </p:spPr>
      </p:pic>
      <p:grpSp>
        <p:nvGrpSpPr>
          <p:cNvPr id="5" name="Group Shape 1"/>
          <p:cNvGrpSpPr/>
          <p:nvPr/>
        </p:nvGrpSpPr>
        <p:grpSpPr>
          <a:xfrm>
            <a:off x="3000000" y="4200000"/>
            <a:ext cx="2000000" cy="1000000"/>
            <a:chOff x="3000000" y="4200000"/>
            <a:chExt cx="2000000" cy="1000000"/>
          </a:xfrm>
        </p:grpSpPr>
        <p:sp>
          <p:nvSpPr>
            <p:cNvPr id="6" name="Child Shape 1"/>
            <p:cNvSpPr/>
            <p:nvPr/>
          </p:nvSpPr>
          <p:spPr>
            <a:xfrm>
              <a:off x="3000000" y="4200000"/>
              <a:ext cx="2000000" cy="1000000"/>
            </a:xfrm>
            <a:prstGeom prst="rect">
              <a:avLst/>
            </a:prstGeom>
          </p:spPr>
          <p:txBody>
            <a:bodyPr/>
            <a:lstStyle/>
            <a:p>
              <a:r>
                <a:t>Grouped shape text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graphicFrame>
        <p:nvGraphicFramePr>
          <p:cNvPr id="7" name="Table 1"/>
          <p:cNvGraphicFramePr/>
          <p:nvPr/>
        </p:nvGraphicFramePr>
        <p:xfrm>
          <a:off x="685800" y="1000000"/>
          <a:ext cx="6000000" cy="3000000"/>
        </p:xfrm>
        <a:graphic>
          <a:graphicData uri="http://schemas.openxmlformats.org/drawingml/2006/table">
            <a:tbl>
              <a:tblPr/>
              <a:tblGrid>
                <a:gridCol w="3000000"/>
                <a:gridCol w="3000000"/>
              </a:tblGrid>
              <a:tr h="1000000">
                <a:tc>
                  <a:txBody>
                    <a:bodyPr/>
                    <a:lstStyle/>
                    <a:p>
                      <a:r>
                        <a:t>Header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B</a:t>
                      </a:r>
                    </a:p>
                  </a:txBody>
                  <a:tcPr/>
                </a:tc>
              </a:tr>
              <a:tr h="1000000">
                <a:tc>
                  <a:txBody>
                    <a:bodyPr/>
                    <a:lstStyle/>
                    <a:p>
                      <a:r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8" name="Conclusion Shape"/>
          <p:cNvSpPr/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t>Conclusion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TotalTime>1</TotalTime>
  <Words>25</Words>
</Properties>
</file>

<file path=docProps/core.xml><?xml version="1.0" encoding="utf-8"?>
<cp:coreProperties xmlns:cp="http://schemas.openxmlformats.org/package/2006/metadata/core-properties" xmlns:dc="http://purl.org/dc/elements/1.1/">
  <dc:title>Test Presentation</dc:title>
</cp:coreProperties>
</file>