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customXml/item1.xml><?xml version="1.0" encoding="utf-8"?>
<root>
  <id>999</id>
</root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