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Presentation​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Header​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Company>ClearMark</Company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  <dc:creator>AuthorName</dc:creator>
  <cp:lastModifiedBy>AuthorName</cp:lastModifiedBy>
</cp:coreProperties>
</file>